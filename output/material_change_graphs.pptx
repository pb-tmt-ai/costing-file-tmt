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38550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65.5</c:v>
                </c:pt>
                <c:pt idx="1">
                  <c:v>69.8</c:v>
                </c:pt>
                <c:pt idx="2">
                  <c:v>71.4</c:v>
                </c:pt>
                <c:pt idx="3">
                  <c:v>73</c:v>
                </c:pt>
                <c:pt idx="4">
                  <c:v>70.8</c:v>
                </c:pt>
                <c:pt idx="5">
                  <c:v>72.2</c:v>
                </c:pt>
                <c:pt idx="6">
                  <c:v>72.3</c:v>
                </c:pt>
                <c:pt idx="7">
                  <c:v>72.3</c:v>
                </c:pt>
                <c:pt idx="8">
                  <c:v>69.9</c:v>
                </c:pt>
                <c:pt idx="9">
                  <c:v>69.9</c:v>
                </c:pt>
                <c:pt idx="10">
                  <c:v>72</c:v>
                </c:pt>
                <c:pt idx="11">
                  <c:v>69.9</c:v>
                </c:pt>
                <c:pt idx="12">
                  <c:v>69.3</c:v>
                </c:pt>
                <c:pt idx="13">
                  <c:v>73.1</c:v>
                </c:pt>
                <c:pt idx="14">
                  <c:v>73.2</c:v>
                </c:pt>
                <c:pt idx="15">
                  <c:v>75.5</c:v>
                </c:pt>
                <c:pt idx="16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+1,500  |  NCR +2,000     •     Avg:  Raipur 32,368  |  NCR 32,788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 /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  •  Note: Silico Mn values in INR/kg (others in INR/MT)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-93  |  NCR -80     •     Avg:  Raipur 62  |  NCR -116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+591  |  NCR +554     •     Avg:  Raipur 729  |  NCR 1,582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2026-04-02T09:22:29Z</dcterms:created>
  <dcterms:modified xsi:type="dcterms:W3CDTF">2026-04-02T09:22:29Z</dcterms:modified>
</cp:coreProperties>
</file>