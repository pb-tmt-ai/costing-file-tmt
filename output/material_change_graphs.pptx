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(+700)</c:v>
                  </c:pt>
                  <c:pt idx="2">
                    <c:v>Feb'25
(+800)</c:v>
                  </c:pt>
                  <c:pt idx="3">
                    <c:v>Mar'25
(+600)</c:v>
                  </c:pt>
                  <c:pt idx="4">
                    <c:v>Apr'25
(-700)</c:v>
                  </c:pt>
                  <c:pt idx="5">
                    <c:v>May'25
(-900)</c:v>
                  </c:pt>
                  <c:pt idx="6">
                    <c:v>Jun'25
(-700)</c:v>
                  </c:pt>
                  <c:pt idx="7">
                    <c:v>Jul'25
(+100)</c:v>
                  </c:pt>
                  <c:pt idx="8">
                    <c:v>Aug'25
(+300)</c:v>
                  </c:pt>
                  <c:pt idx="9">
                    <c:v>Sep'25
(+300)</c:v>
                  </c:pt>
                  <c:pt idx="10">
                    <c:v>Oct'25
(-1,600)</c:v>
                  </c:pt>
                  <c:pt idx="11">
                    <c:v>Nov'25
(+800)</c:v>
                  </c:pt>
                  <c:pt idx="12">
                    <c:v>Dec'25
(+500)</c:v>
                  </c:pt>
                  <c:pt idx="13">
                    <c:v>Jan'26
(+2,250)</c:v>
                  </c:pt>
                  <c:pt idx="14">
                    <c:v>Feb'26
(-50)</c:v>
                  </c:pt>
                  <c:pt idx="15">
                    <c:v>Mar'26
(+800)</c:v>
                  </c:pt>
                  <c:pt idx="16">
                    <c:v>Apr'26
(+1,500)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(+700)</c:v>
                  </c:pt>
                  <c:pt idx="2">
                    <c:v>Feb'25
(+800)</c:v>
                  </c:pt>
                  <c:pt idx="3">
                    <c:v>Mar'25
(+600)</c:v>
                  </c:pt>
                  <c:pt idx="4">
                    <c:v>Apr'25
(-700)</c:v>
                  </c:pt>
                  <c:pt idx="5">
                    <c:v>May'25
(-900)</c:v>
                  </c:pt>
                  <c:pt idx="6">
                    <c:v>Jun'25
(-700)</c:v>
                  </c:pt>
                  <c:pt idx="7">
                    <c:v>Jul'25
(+100)</c:v>
                  </c:pt>
                  <c:pt idx="8">
                    <c:v>Aug'25
(+300)</c:v>
                  </c:pt>
                  <c:pt idx="9">
                    <c:v>Sep'25
(+300)</c:v>
                  </c:pt>
                  <c:pt idx="10">
                    <c:v>Oct'25
(-1,600)</c:v>
                  </c:pt>
                  <c:pt idx="11">
                    <c:v>Nov'25
(+800)</c:v>
                  </c:pt>
                  <c:pt idx="12">
                    <c:v>Dec'25
(+500)</c:v>
                  </c:pt>
                  <c:pt idx="13">
                    <c:v>Jan'26
(+2,250)</c:v>
                  </c:pt>
                  <c:pt idx="14">
                    <c:v>Feb'26
(-50)</c:v>
                  </c:pt>
                  <c:pt idx="15">
                    <c:v>Mar'26
(+800)</c:v>
                  </c:pt>
                  <c:pt idx="16">
                    <c:v>Apr'26
(+1,500)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36500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27400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38550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31400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3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</c:v>
                </c:pt>
              </c:strCache>
            </c:strRef>
          </c:tx>
          <c:spPr>
            <a:solidFill>
              <a:srgbClr val="FF8F00"/>
            </a:solidFill>
            <a:ln w="3175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65.5</c:v>
                </c:pt>
                <c:pt idx="1">
                  <c:v>69.8</c:v>
                </c:pt>
                <c:pt idx="2">
                  <c:v>71.4</c:v>
                </c:pt>
                <c:pt idx="3">
                  <c:v>73</c:v>
                </c:pt>
                <c:pt idx="4">
                  <c:v>70.8</c:v>
                </c:pt>
                <c:pt idx="5">
                  <c:v>72.2</c:v>
                </c:pt>
                <c:pt idx="6">
                  <c:v>72.3</c:v>
                </c:pt>
                <c:pt idx="7">
                  <c:v>72.3</c:v>
                </c:pt>
                <c:pt idx="8">
                  <c:v>69.9</c:v>
                </c:pt>
                <c:pt idx="9">
                  <c:v>69.9</c:v>
                </c:pt>
                <c:pt idx="10">
                  <c:v>72</c:v>
                </c:pt>
                <c:pt idx="11">
                  <c:v>69.9</c:v>
                </c:pt>
                <c:pt idx="12">
                  <c:v>69.3</c:v>
                </c:pt>
                <c:pt idx="13">
                  <c:v>73.1</c:v>
                </c:pt>
                <c:pt idx="14">
                  <c:v>73.2</c:v>
                </c:pt>
                <c:pt idx="15">
                  <c:v>75.5</c:v>
                </c:pt>
                <c:pt idx="16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(+97)</c:v>
                  </c:pt>
                  <c:pt idx="2">
                    <c:v>Feb'25
(-409)</c:v>
                  </c:pt>
                  <c:pt idx="3">
                    <c:v>Mar'25
(+220)</c:v>
                  </c:pt>
                  <c:pt idx="4">
                    <c:v>Apr'25
(+1,186)</c:v>
                  </c:pt>
                  <c:pt idx="5">
                    <c:v>May'25
(-154)</c:v>
                  </c:pt>
                  <c:pt idx="6">
                    <c:v>Jun'25
(-556)</c:v>
                  </c:pt>
                  <c:pt idx="7">
                    <c:v>Jul'25
(-2,075)</c:v>
                  </c:pt>
                  <c:pt idx="8">
                    <c:v>Aug'25
(+687)</c:v>
                  </c:pt>
                  <c:pt idx="9">
                    <c:v>Sep'25
(-1,291)</c:v>
                  </c:pt>
                  <c:pt idx="10">
                    <c:v>Oct'25
(+343)</c:v>
                  </c:pt>
                  <c:pt idx="11">
                    <c:v>Nov'25
(+244)</c:v>
                  </c:pt>
                  <c:pt idx="12">
                    <c:v>Dec'25
(+1,808)</c:v>
                  </c:pt>
                  <c:pt idx="13">
                    <c:v>Jan'26
(-185)</c:v>
                  </c:pt>
                  <c:pt idx="14">
                    <c:v>Feb'26
(-1,044)</c:v>
                  </c:pt>
                  <c:pt idx="15">
                    <c:v>Mar'26
(+1,121)</c:v>
                  </c:pt>
                  <c:pt idx="16">
                    <c:v>Apr'26
(-93)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416.63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(+97)</c:v>
                  </c:pt>
                  <c:pt idx="2">
                    <c:v>Feb'25
(-409)</c:v>
                  </c:pt>
                  <c:pt idx="3">
                    <c:v>Mar'25
(+220)</c:v>
                  </c:pt>
                  <c:pt idx="4">
                    <c:v>Apr'25
(+1,186)</c:v>
                  </c:pt>
                  <c:pt idx="5">
                    <c:v>May'25
(-154)</c:v>
                  </c:pt>
                  <c:pt idx="6">
                    <c:v>Jun'25
(-556)</c:v>
                  </c:pt>
                  <c:pt idx="7">
                    <c:v>Jul'25
(-2,075)</c:v>
                  </c:pt>
                  <c:pt idx="8">
                    <c:v>Aug'25
(+687)</c:v>
                  </c:pt>
                  <c:pt idx="9">
                    <c:v>Sep'25
(-1,291)</c:v>
                  </c:pt>
                  <c:pt idx="10">
                    <c:v>Oct'25
(+343)</c:v>
                  </c:pt>
                  <c:pt idx="11">
                    <c:v>Nov'25
(+244)</c:v>
                  </c:pt>
                  <c:pt idx="12">
                    <c:v>Dec'25
(+1,808)</c:v>
                  </c:pt>
                  <c:pt idx="13">
                    <c:v>Jan'26
(-185)</c:v>
                  </c:pt>
                  <c:pt idx="14">
                    <c:v>Feb'26
(-1,044)</c:v>
                  </c:pt>
                  <c:pt idx="15">
                    <c:v>Mar'26
(+1,121)</c:v>
                  </c:pt>
                  <c:pt idx="16">
                    <c:v>Apr'26
(-93)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92.68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(-153)</c:v>
                  </c:pt>
                  <c:pt idx="2">
                    <c:v>Feb'25
(-267)</c:v>
                  </c:pt>
                  <c:pt idx="3">
                    <c:v>Mar'25
(+965)</c:v>
                  </c:pt>
                  <c:pt idx="4">
                    <c:v>Apr'25
(+1,891)</c:v>
                  </c:pt>
                  <c:pt idx="5">
                    <c:v>May'25
(-994)</c:v>
                  </c:pt>
                  <c:pt idx="6">
                    <c:v>Jun'25
(-644)</c:v>
                  </c:pt>
                  <c:pt idx="7">
                    <c:v>Jul'25
(-2,746)</c:v>
                  </c:pt>
                  <c:pt idx="8">
                    <c:v>Aug'25
(+900)</c:v>
                  </c:pt>
                  <c:pt idx="9">
                    <c:v>Sep'25
(-1,149)</c:v>
                  </c:pt>
                  <c:pt idx="10">
                    <c:v>Oct'25
(-143)</c:v>
                  </c:pt>
                  <c:pt idx="11">
                    <c:v>Nov'25
(+436)</c:v>
                  </c:pt>
                  <c:pt idx="12">
                    <c:v>Dec'25
(+1,713)</c:v>
                  </c:pt>
                  <c:pt idx="13">
                    <c:v>Jan'26
(+536)</c:v>
                  </c:pt>
                  <c:pt idx="14">
                    <c:v>Feb'26
(-594)</c:v>
                  </c:pt>
                  <c:pt idx="15">
                    <c:v>Mar'26
(+1,920)</c:v>
                  </c:pt>
                  <c:pt idx="16">
                    <c:v>Apr'26
(+591)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3047.16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(-153)</c:v>
                  </c:pt>
                  <c:pt idx="2">
                    <c:v>Feb'25
(-267)</c:v>
                  </c:pt>
                  <c:pt idx="3">
                    <c:v>Mar'25
(+965)</c:v>
                  </c:pt>
                  <c:pt idx="4">
                    <c:v>Apr'25
(+1,891)</c:v>
                  </c:pt>
                  <c:pt idx="5">
                    <c:v>May'25
(-994)</c:v>
                  </c:pt>
                  <c:pt idx="6">
                    <c:v>Jun'25
(-644)</c:v>
                  </c:pt>
                  <c:pt idx="7">
                    <c:v>Jul'25
(-2,746)</c:v>
                  </c:pt>
                  <c:pt idx="8">
                    <c:v>Aug'25
(+900)</c:v>
                  </c:pt>
                  <c:pt idx="9">
                    <c:v>Sep'25
(-1,149)</c:v>
                  </c:pt>
                  <c:pt idx="10">
                    <c:v>Oct'25
(-143)</c:v>
                  </c:pt>
                  <c:pt idx="11">
                    <c:v>Nov'25
(+436)</c:v>
                  </c:pt>
                  <c:pt idx="12">
                    <c:v>Dec'25
(+1,713)</c:v>
                  </c:pt>
                  <c:pt idx="13">
                    <c:v>Jan'26
(+536)</c:v>
                  </c:pt>
                  <c:pt idx="14">
                    <c:v>Feb'26
(-594)</c:v>
                  </c:pt>
                  <c:pt idx="15">
                    <c:v>Mar'26
(+1,920)</c:v>
                  </c:pt>
                  <c:pt idx="16">
                    <c:v>Apr'26
(+591)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4799.42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2026-04-02  |  17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+1,500  |  NCR +2,000     •     Avg:  Raipur 32,368  |  NCR 32,788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 / INR/kg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+1,600 INR/MT  |  Pig Iron: +1,500 INR/MT  |  Iron Ore DRI: +1,750 INR/MT  |  Silico Manganese: +5.5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-93  |  NCR -80     •     Avg:  Raipur 62  |  NCR -116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+591  |  NCR +554     •     Avg:  Raipur 729  |  NCR 1,582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2026-04-02T09:14:16Z</dcterms:created>
  <dcterms:modified xsi:type="dcterms:W3CDTF">2026-04-02T09:14:16Z</dcterms:modified>
</cp:coreProperties>
</file>