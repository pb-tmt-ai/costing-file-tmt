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R:+500 | N:+500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35600</c:v>
                </c:pt>
                <c:pt idx="17">
                  <c:v>34900</c:v>
                </c:pt>
                <c:pt idx="18">
                  <c:v>34300</c:v>
                </c:pt>
                <c:pt idx="19">
                  <c:v>34200</c:v>
                </c:pt>
                <c:pt idx="20">
                  <c:v>36500</c:v>
                </c:pt>
                <c:pt idx="21">
                  <c:v>37000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R:+500 | N:+500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35800</c:v>
                </c:pt>
                <c:pt idx="17">
                  <c:v>34900</c:v>
                </c:pt>
                <c:pt idx="18">
                  <c:v>34900</c:v>
                </c:pt>
                <c:pt idx="19">
                  <c:v>34400</c:v>
                </c:pt>
                <c:pt idx="20">
                  <c:v>38900</c:v>
                </c:pt>
                <c:pt idx="21">
                  <c:v>39400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25550</c:v>
                </c:pt>
                <c:pt idx="17">
                  <c:v>25250</c:v>
                </c:pt>
                <c:pt idx="18">
                  <c:v>24150</c:v>
                </c:pt>
                <c:pt idx="19">
                  <c:v>25200</c:v>
                </c:pt>
                <c:pt idx="20">
                  <c:v>29700</c:v>
                </c:pt>
                <c:pt idx="21">
                  <c:v>29600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39700</c:v>
                </c:pt>
                <c:pt idx="17">
                  <c:v>38350</c:v>
                </c:pt>
                <c:pt idx="18">
                  <c:v>37150</c:v>
                </c:pt>
                <c:pt idx="19">
                  <c:v>38800</c:v>
                </c:pt>
                <c:pt idx="20">
                  <c:v>40000</c:v>
                </c:pt>
                <c:pt idx="21">
                  <c:v>41700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</c:lvl>
              </c:multiLvlStrCache>
            </c:multiLvl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29800</c:v>
                </c:pt>
                <c:pt idx="17">
                  <c:v>29700</c:v>
                </c:pt>
                <c:pt idx="18">
                  <c:v>28250</c:v>
                </c:pt>
                <c:pt idx="19">
                  <c:v>29400</c:v>
                </c:pt>
                <c:pt idx="20">
                  <c:v>33700</c:v>
                </c:pt>
                <c:pt idx="21">
                  <c:v>33800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</c:lvl>
              </c:multiLvlStrCache>
            </c:multiLvl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31920</c:v>
                </c:pt>
                <c:pt idx="17">
                  <c:v>29680</c:v>
                </c:pt>
                <c:pt idx="18">
                  <c:v>30880</c:v>
                </c:pt>
                <c:pt idx="19">
                  <c:v>29839.999999999996</c:v>
                </c:pt>
                <c:pt idx="20">
                  <c:v>29839.999999999996</c:v>
                </c:pt>
                <c:pt idx="21">
                  <c:v>30800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R:+870 | N:+1,137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1241.26</c:v>
                </c:pt>
                <c:pt idx="17">
                  <c:v>-618.18</c:v>
                </c:pt>
                <c:pt idx="18">
                  <c:v>213.13</c:v>
                </c:pt>
                <c:pt idx="19">
                  <c:v>-1680.09</c:v>
                </c:pt>
                <c:pt idx="20">
                  <c:v>-2309.77</c:v>
                </c:pt>
                <c:pt idx="21">
                  <c:v>-1439.38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R:+870 | N:+1,137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217.12</c:v>
                </c:pt>
                <c:pt idx="17">
                  <c:v>-419.08</c:v>
                </c:pt>
                <c:pt idx="18">
                  <c:v>-78.78</c:v>
                </c:pt>
                <c:pt idx="19">
                  <c:v>-1597.66</c:v>
                </c:pt>
                <c:pt idx="20">
                  <c:v>-2059.16</c:v>
                </c:pt>
                <c:pt idx="21">
                  <c:v>-922.1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R:+569 | N:+733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2635.19</c:v>
                </c:pt>
                <c:pt idx="17">
                  <c:v>-169.52</c:v>
                </c:pt>
                <c:pt idx="18">
                  <c:v>22.04</c:v>
                </c:pt>
                <c:pt idx="19">
                  <c:v>-2780.73</c:v>
                </c:pt>
                <c:pt idx="20">
                  <c:v>-1848.25</c:v>
                </c:pt>
                <c:pt idx="21">
                  <c:v>-1279.7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R:+569 | N:+733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2032.86</c:v>
                </c:pt>
                <c:pt idx="17">
                  <c:v>1653.57</c:v>
                </c:pt>
                <c:pt idx="18">
                  <c:v>1198.99</c:v>
                </c:pt>
                <c:pt idx="19">
                  <c:v>-1523.24</c:v>
                </c:pt>
                <c:pt idx="20">
                  <c:v>-1822.03</c:v>
                </c:pt>
                <c:pt idx="21">
                  <c:v>-1088.67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2026-09-15  |  22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+500  |  NCR +500     •     Avg:  Raipur 33,034  |  NCR 33,600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-100 INR/MT  |  Pig Iron: +1,700 INR/MT  |  Iron Ore DRI: +100 INR/MT  |  Silico Manganese: +2.4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+870  |  NCR +1,137     •     Avg:  Raipur -180  |  NCR -315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+569  |  NCR +733     •     Avg:  Raipur 270  |  NCR 1,025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2026-09-23T15:10:06Z</dcterms:created>
  <dcterms:modified xsi:type="dcterms:W3CDTF">2026-09-23T15:10:06Z</dcterms:modified>
</cp:coreProperties>
</file>