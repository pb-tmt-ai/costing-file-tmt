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R:+900 | N:-1,100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37400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R:+900 | N:-1,100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37800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28100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41950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32350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31439.999999999996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R:+2,622 | N:+2,088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312.26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R:+2,622 | N:+2,088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28.44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R:+2,531 | N:+2,046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682.76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R:+2,531 | N:+2,046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223.87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2026-09-23  |  22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+900  |  NCR -1,100     •     Avg:  Raipur 33,052  |  NCR 33,527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-1,600 INR/MT  |  Pig Iron: +1,950 INR/MT  |  Iron Ore DRI: -1,350 INR/MT  |  Silico Manganese: +4.0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+2,622  |  NCR +2,088     •     Avg:  Raipur -100  |  NCR -272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+2,531  |  NCR +2,046     •     Avg:  Raipur 359  |  NCR 1,084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2026-09-23T15:25:42Z</dcterms:created>
  <dcterms:modified xsi:type="dcterms:W3CDTF">2026-09-23T15:25:42Z</dcterms:modified>
</cp:coreProperties>
</file>