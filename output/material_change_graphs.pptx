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R:+1,500 | N:+2,000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R:+1,500 | N:+2,000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36500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27400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38550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31400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Sheet1!$E$2:$E$18</c:f>
              <c:numCache>
                <c:formatCode>General</c:formatCode>
                <c:ptCount val="17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32400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R:-93 | N:-80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416.63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R:-93 | N:-80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92.68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R:+591 | N:+554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3047.16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R:+591 | N:+554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4799.42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2026-04-02  |  17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+1,500  |  NCR +2,000     •     Avg:  Raipur 32,368  |  NCR 32,788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+1,600 INR/MT  |  Pig Iron: +1,500 INR/MT  |  Iron Ore DRI: +1,750 INR/MT  |  Silico Manganese: +5.5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-93  |  NCR -80     •     Avg:  Raipur 62  |  NCR -116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+591  |  NCR +554     •     Avg:  Raipur 729  |  NCR 1,582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2026-04-02T09:34:27Z</dcterms:created>
  <dcterms:modified xsi:type="dcterms:W3CDTF">2026-04-02T09:34:27Z</dcterms:modified>
</cp:coreProperties>
</file>