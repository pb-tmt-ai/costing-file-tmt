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-100</c:v>
                </c:pt>
                <c:pt idx="1">
                  <c:v>800</c:v>
                </c:pt>
                <c:pt idx="2">
                  <c:v>150</c:v>
                </c:pt>
                <c:pt idx="3">
                  <c:v>-850</c:v>
                </c:pt>
                <c:pt idx="4">
                  <c:v>-1650</c:v>
                </c:pt>
                <c:pt idx="5">
                  <c:v>2350</c:v>
                </c:pt>
                <c:pt idx="6">
                  <c:v>-2100</c:v>
                </c:pt>
                <c:pt idx="7">
                  <c:v>950</c:v>
                </c:pt>
                <c:pt idx="8">
                  <c:v>-850</c:v>
                </c:pt>
                <c:pt idx="9">
                  <c:v>1400</c:v>
                </c:pt>
                <c:pt idx="10">
                  <c:v>1350</c:v>
                </c:pt>
                <c:pt idx="11">
                  <c:v>1850</c:v>
                </c:pt>
                <c:pt idx="12">
                  <c:v>-1400</c:v>
                </c:pt>
                <c:pt idx="13">
                  <c:v>550</c:v>
                </c:pt>
                <c:pt idx="14">
                  <c:v>-350</c:v>
                </c:pt>
                <c:pt idx="15">
                  <c:v>-850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-150</c:v>
                </c:pt>
                <c:pt idx="1">
                  <c:v>800</c:v>
                </c:pt>
                <c:pt idx="2">
                  <c:v>3050</c:v>
                </c:pt>
                <c:pt idx="3">
                  <c:v>-2050</c:v>
                </c:pt>
                <c:pt idx="4">
                  <c:v>-1750</c:v>
                </c:pt>
                <c:pt idx="5">
                  <c:v>1250</c:v>
                </c:pt>
                <c:pt idx="6">
                  <c:v>-1900</c:v>
                </c:pt>
                <c:pt idx="7">
                  <c:v>600</c:v>
                </c:pt>
                <c:pt idx="8">
                  <c:v>600</c:v>
                </c:pt>
                <c:pt idx="9">
                  <c:v>4000</c:v>
                </c:pt>
                <c:pt idx="10">
                  <c:v>1000</c:v>
                </c:pt>
                <c:pt idx="11">
                  <c:v>300</c:v>
                </c:pt>
                <c:pt idx="12">
                  <c:v>-350</c:v>
                </c:pt>
                <c:pt idx="13">
                  <c:v>-400</c:v>
                </c:pt>
                <c:pt idx="14">
                  <c:v>-250</c:v>
                </c:pt>
                <c:pt idx="15">
                  <c:v>-50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700</c:v>
                </c:pt>
                <c:pt idx="1">
                  <c:v>800</c:v>
                </c:pt>
                <c:pt idx="2">
                  <c:v>600</c:v>
                </c:pt>
                <c:pt idx="3">
                  <c:v>-700</c:v>
                </c:pt>
                <c:pt idx="4">
                  <c:v>-1800</c:v>
                </c:pt>
                <c:pt idx="5">
                  <c:v>600</c:v>
                </c:pt>
                <c:pt idx="6">
                  <c:v>-1300</c:v>
                </c:pt>
                <c:pt idx="7">
                  <c:v>800</c:v>
                </c:pt>
                <c:pt idx="8">
                  <c:v>500</c:v>
                </c:pt>
                <c:pt idx="9">
                  <c:v>1950</c:v>
                </c:pt>
                <c:pt idx="10">
                  <c:v>300</c:v>
                </c:pt>
                <c:pt idx="11">
                  <c:v>1100</c:v>
                </c:pt>
                <c:pt idx="12">
                  <c:v>-1050</c:v>
                </c:pt>
                <c:pt idx="13">
                  <c:v>1000</c:v>
                </c:pt>
                <c:pt idx="14">
                  <c:v>100</c:v>
                </c:pt>
                <c:pt idx="15">
                  <c:v>-500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-300</c:v>
                </c:pt>
                <c:pt idx="1">
                  <c:v>900</c:v>
                </c:pt>
                <c:pt idx="2">
                  <c:v>-500</c:v>
                </c:pt>
                <c:pt idx="3">
                  <c:v>400</c:v>
                </c:pt>
                <c:pt idx="4">
                  <c:v>-1300</c:v>
                </c:pt>
                <c:pt idx="5">
                  <c:v>-400</c:v>
                </c:pt>
                <c:pt idx="6">
                  <c:v>-2000</c:v>
                </c:pt>
                <c:pt idx="7">
                  <c:v>1900</c:v>
                </c:pt>
                <c:pt idx="8">
                  <c:v>-100</c:v>
                </c:pt>
                <c:pt idx="9">
                  <c:v>1900</c:v>
                </c:pt>
                <c:pt idx="10">
                  <c:v>1000</c:v>
                </c:pt>
                <c:pt idx="11">
                  <c:v>300</c:v>
                </c:pt>
                <c:pt idx="12">
                  <c:v>-1800</c:v>
                </c:pt>
                <c:pt idx="13">
                  <c:v>1600</c:v>
                </c:pt>
                <c:pt idx="14">
                  <c:v>300</c:v>
                </c:pt>
                <c:pt idx="15">
                  <c:v>-500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4.299999999999997</c:v>
                </c:pt>
                <c:pt idx="1">
                  <c:v>1.6000000000000085</c:v>
                </c:pt>
                <c:pt idx="2">
                  <c:v>1.5999999999999943</c:v>
                </c:pt>
                <c:pt idx="3">
                  <c:v>-2.299999999999997</c:v>
                </c:pt>
                <c:pt idx="4">
                  <c:v>2</c:v>
                </c:pt>
                <c:pt idx="5">
                  <c:v>-0.4000000000000057</c:v>
                </c:pt>
                <c:pt idx="6">
                  <c:v>-0.29999999999999716</c:v>
                </c:pt>
                <c:pt idx="7">
                  <c:v>-2.0999999999999943</c:v>
                </c:pt>
                <c:pt idx="8">
                  <c:v>-0.6000000000000085</c:v>
                </c:pt>
                <c:pt idx="9">
                  <c:v>2.299999999999997</c:v>
                </c:pt>
                <c:pt idx="10">
                  <c:v>1.4000000000000057</c:v>
                </c:pt>
                <c:pt idx="11">
                  <c:v>1.2999999999999972</c:v>
                </c:pt>
                <c:pt idx="12">
                  <c:v>-1</c:v>
                </c:pt>
                <c:pt idx="13">
                  <c:v>1.1000000000000085</c:v>
                </c:pt>
                <c:pt idx="14">
                  <c:v>0.19999999999998863</c:v>
                </c:pt>
                <c:pt idx="15">
                  <c:v>0.9000000000000057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200</c:v>
                </c:pt>
                <c:pt idx="1">
                  <c:v>600</c:v>
                </c:pt>
                <c:pt idx="2">
                  <c:v>-600</c:v>
                </c:pt>
                <c:pt idx="3">
                  <c:v>-450</c:v>
                </c:pt>
                <c:pt idx="4">
                  <c:v>-2050</c:v>
                </c:pt>
                <c:pt idx="5">
                  <c:v>2400</c:v>
                </c:pt>
                <c:pt idx="6">
                  <c:v>-2100</c:v>
                </c:pt>
                <c:pt idx="7">
                  <c:v>150</c:v>
                </c:pt>
                <c:pt idx="8">
                  <c:v>-50</c:v>
                </c:pt>
                <c:pt idx="9">
                  <c:v>1200</c:v>
                </c:pt>
                <c:pt idx="10">
                  <c:v>1150</c:v>
                </c:pt>
                <c:pt idx="11">
                  <c:v>1200</c:v>
                </c:pt>
                <c:pt idx="12">
                  <c:v>-1050</c:v>
                </c:pt>
                <c:pt idx="13">
                  <c:v>1100</c:v>
                </c:pt>
                <c:pt idx="14">
                  <c:v>-300</c:v>
                </c:pt>
                <c:pt idx="15">
                  <c:v>-700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97.2299999999999</c:v>
                </c:pt>
                <c:pt idx="1">
                  <c:v>-409.28999999999996</c:v>
                </c:pt>
                <c:pt idx="2">
                  <c:v>219.66000000000003</c:v>
                </c:pt>
                <c:pt idx="3">
                  <c:v>1542.89</c:v>
                </c:pt>
                <c:pt idx="4">
                  <c:v>-1470.5500000000002</c:v>
                </c:pt>
                <c:pt idx="5">
                  <c:v>-1799.6799999999998</c:v>
                </c:pt>
                <c:pt idx="6">
                  <c:v>-132.83000000000015</c:v>
                </c:pt>
                <c:pt idx="7">
                  <c:v>244.11000000000013</c:v>
                </c:pt>
                <c:pt idx="8">
                  <c:v>1808.17</c:v>
                </c:pt>
                <c:pt idx="9">
                  <c:v>1021.18</c:v>
                </c:pt>
                <c:pt idx="10">
                  <c:v>-962.91</c:v>
                </c:pt>
                <c:pt idx="11">
                  <c:v>-1286.44</c:v>
                </c:pt>
                <c:pt idx="12">
                  <c:v>-116.94000000000005</c:v>
                </c:pt>
                <c:pt idx="13">
                  <c:v>1283.04</c:v>
                </c:pt>
                <c:pt idx="14">
                  <c:v>1.9099999999999682</c:v>
                </c:pt>
                <c:pt idx="15">
                  <c:v>-298.3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263.3</c:v>
                </c:pt>
                <c:pt idx="1">
                  <c:v>-178.09</c:v>
                </c:pt>
                <c:pt idx="2">
                  <c:v>-523.5</c:v>
                </c:pt>
                <c:pt idx="3">
                  <c:v>794.4300000000001</c:v>
                </c:pt>
                <c:pt idx="4">
                  <c:v>-33.84000000000003</c:v>
                </c:pt>
                <c:pt idx="5">
                  <c:v>-1476.02</c:v>
                </c:pt>
                <c:pt idx="6">
                  <c:v>198.54999999999995</c:v>
                </c:pt>
                <c:pt idx="7">
                  <c:v>256.26</c:v>
                </c:pt>
                <c:pt idx="8">
                  <c:v>542.74</c:v>
                </c:pt>
                <c:pt idx="9">
                  <c:v>394.15999999999997</c:v>
                </c:pt>
                <c:pt idx="10">
                  <c:v>482.54</c:v>
                </c:pt>
                <c:pt idx="11">
                  <c:v>-1052.62</c:v>
                </c:pt>
                <c:pt idx="12">
                  <c:v>269.6</c:v>
                </c:pt>
                <c:pt idx="13">
                  <c:v>-12.219999999999999</c:v>
                </c:pt>
                <c:pt idx="14">
                  <c:v>-58.79</c:v>
                </c:pt>
                <c:pt idx="15">
                  <c:v>113.06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-153.20000000000005</c:v>
                </c:pt>
                <c:pt idx="1">
                  <c:v>-266.96</c:v>
                </c:pt>
                <c:pt idx="2">
                  <c:v>965.4200000000001</c:v>
                </c:pt>
                <c:pt idx="3">
                  <c:v>1952.04</c:v>
                </c:pt>
                <c:pt idx="4">
                  <c:v>-2354.3199999999997</c:v>
                </c:pt>
                <c:pt idx="5">
                  <c:v>-2019.68</c:v>
                </c:pt>
                <c:pt idx="6">
                  <c:v>-463.5</c:v>
                </c:pt>
                <c:pt idx="7">
                  <c:v>436.47</c:v>
                </c:pt>
                <c:pt idx="8">
                  <c:v>1713.04</c:v>
                </c:pt>
                <c:pt idx="9">
                  <c:v>1404.55</c:v>
                </c:pt>
                <c:pt idx="10">
                  <c:v>-974.6199999999999</c:v>
                </c:pt>
                <c:pt idx="11">
                  <c:v>-701.53</c:v>
                </c:pt>
                <c:pt idx="12">
                  <c:v>94.92000000000002</c:v>
                </c:pt>
                <c:pt idx="13">
                  <c:v>1727.71</c:v>
                </c:pt>
                <c:pt idx="14">
                  <c:v>354.73</c:v>
                </c:pt>
                <c:pt idx="15">
                  <c:v>-141.48999999999978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1336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-135.38999999999987</c:v>
                </c:pt>
                <c:pt idx="1">
                  <c:v>114.08999999999992</c:v>
                </c:pt>
                <c:pt idx="2">
                  <c:v>974.7099999999998</c:v>
                </c:pt>
                <c:pt idx="3">
                  <c:v>798.3900000000003</c:v>
                </c:pt>
                <c:pt idx="4">
                  <c:v>-1220.5200000000002</c:v>
                </c:pt>
                <c:pt idx="5">
                  <c:v>-584.6199999999999</c:v>
                </c:pt>
                <c:pt idx="6">
                  <c:v>-1983.0700000000002</c:v>
                </c:pt>
                <c:pt idx="7">
                  <c:v>294.31000000000006</c:v>
                </c:pt>
                <c:pt idx="8">
                  <c:v>1195.8899999999999</c:v>
                </c:pt>
                <c:pt idx="9">
                  <c:v>1476.5100000000002</c:v>
                </c:pt>
                <c:pt idx="10">
                  <c:v>272</c:v>
                </c:pt>
                <c:pt idx="11">
                  <c:v>-811.44</c:v>
                </c:pt>
                <c:pt idx="12">
                  <c:v>882.96</c:v>
                </c:pt>
                <c:pt idx="13">
                  <c:v>1679.27</c:v>
                </c:pt>
                <c:pt idx="14">
                  <c:v>-108.45000000000027</c:v>
                </c:pt>
                <c:pt idx="15">
                  <c:v>-431.62999999999965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1336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change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Month-on-month absolute change (INR) for key raw materials and margins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2026-03-26  |  17 data points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Pallet DRI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78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Iron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294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Raipur avg: 194 INR/MT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7200" y="55778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94360" y="55778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 avg: 88 INR/MT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 Manganese (Raipur) — INR/kg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0.6 INR/kg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Ore DRI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44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-16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-1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98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151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2026-03-26T13:20:15Z</dcterms:created>
  <dcterms:modified xsi:type="dcterms:W3CDTF">2026-03-26T13:20:15Z</dcterms:modified>
</cp:coreProperties>
</file>