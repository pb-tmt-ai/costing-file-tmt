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  <c:pt idx="22">
                    <c:v>Oct'26
R:-2,500 | N:-2,900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  <c:pt idx="18">
                  <c:v>34300</c:v>
                </c:pt>
                <c:pt idx="19">
                  <c:v>34200</c:v>
                </c:pt>
                <c:pt idx="20">
                  <c:v>36500</c:v>
                </c:pt>
                <c:pt idx="21">
                  <c:v>38400</c:v>
                </c:pt>
                <c:pt idx="22">
                  <c:v>35900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  <c:pt idx="18">
                    <c:v>Jun'26
R:-600 | N:+0.00</c:v>
                  </c:pt>
                  <c:pt idx="19">
                    <c:v>Jul'26
R:-100 | N:-500</c:v>
                  </c:pt>
                  <c:pt idx="20">
                    <c:v>Aug'26
R:+2,300 | N:+4,500</c:v>
                  </c:pt>
                  <c:pt idx="21">
                    <c:v>Sep'26
R:+1,900 | N:+300</c:v>
                  </c:pt>
                  <c:pt idx="22">
                    <c:v>Oct'26
R:-2,500 | N:-2,900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  <c:pt idx="18">
                  <c:v>34900</c:v>
                </c:pt>
                <c:pt idx="19">
                  <c:v>34400</c:v>
                </c:pt>
                <c:pt idx="20">
                  <c:v>38900</c:v>
                </c:pt>
                <c:pt idx="21">
                  <c:v>39200</c:v>
                </c:pt>
                <c:pt idx="22">
                  <c:v>36300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  <c:pt idx="18">
                  <c:v>24150</c:v>
                </c:pt>
                <c:pt idx="19">
                  <c:v>25200</c:v>
                </c:pt>
                <c:pt idx="20">
                  <c:v>29700</c:v>
                </c:pt>
                <c:pt idx="21">
                  <c:v>29300</c:v>
                </c:pt>
                <c:pt idx="22">
                  <c:v>27600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  <c:pt idx="18">
                  <c:v>37150</c:v>
                </c:pt>
                <c:pt idx="19">
                  <c:v>38800</c:v>
                </c:pt>
                <c:pt idx="20">
                  <c:v>40000</c:v>
                </c:pt>
                <c:pt idx="21">
                  <c:v>42700</c:v>
                </c:pt>
                <c:pt idx="22">
                  <c:v>42200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  <c:pt idx="18">
                  <c:v>28250</c:v>
                </c:pt>
                <c:pt idx="19">
                  <c:v>29400</c:v>
                </c:pt>
                <c:pt idx="20">
                  <c:v>33700</c:v>
                </c:pt>
                <c:pt idx="21">
                  <c:v>34100</c:v>
                </c:pt>
                <c:pt idx="22">
                  <c:v>32400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  <c:pt idx="18">
                    <c:v>Jun'26</c:v>
                  </c:pt>
                  <c:pt idx="19">
                    <c:v>Jul'26</c:v>
                  </c:pt>
                  <c:pt idx="20">
                    <c:v>Aug'26</c:v>
                  </c:pt>
                  <c:pt idx="21">
                    <c:v>Sep'26</c:v>
                  </c:pt>
                  <c:pt idx="22">
                    <c:v>Oct'26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  <c:pt idx="18">
                  <c:v>30880</c:v>
                </c:pt>
                <c:pt idx="19">
                  <c:v>29839.999999999996</c:v>
                </c:pt>
                <c:pt idx="20">
                  <c:v>29839.999999999996</c:v>
                </c:pt>
                <c:pt idx="21">
                  <c:v>32720</c:v>
                </c:pt>
                <c:pt idx="22">
                  <c:v>32800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  <c:pt idx="22">
                    <c:v>Oct'26
R:-281 | N:+189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  <c:pt idx="18">
                  <c:v>213.13</c:v>
                </c:pt>
                <c:pt idx="19">
                  <c:v>-1680.09</c:v>
                </c:pt>
                <c:pt idx="20">
                  <c:v>-2309.77</c:v>
                </c:pt>
                <c:pt idx="21">
                  <c:v>89.21</c:v>
                </c:pt>
                <c:pt idx="22">
                  <c:v>-191.96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  <c:pt idx="18">
                    <c:v>Jun'26
R:+831 | N:+340</c:v>
                  </c:pt>
                  <c:pt idx="19">
                    <c:v>Jul'26
R:-1,893 | N:-1,519</c:v>
                  </c:pt>
                  <c:pt idx="20">
                    <c:v>Aug'26
R:-630 | N:-461</c:v>
                  </c:pt>
                  <c:pt idx="21">
                    <c:v>Sep'26
R:+2,399 | N:+1,791</c:v>
                  </c:pt>
                  <c:pt idx="22">
                    <c:v>Oct'26
R:-281 | N:+189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  <c:pt idx="18">
                  <c:v>-78.78</c:v>
                </c:pt>
                <c:pt idx="19">
                  <c:v>-1597.66</c:v>
                </c:pt>
                <c:pt idx="20">
                  <c:v>-2059.16</c:v>
                </c:pt>
                <c:pt idx="21">
                  <c:v>-268.49</c:v>
                </c:pt>
                <c:pt idx="22">
                  <c:v>-79.32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  <c:pt idx="22">
                    <c:v>Oct'26
R:+685 | N:+808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  <c:pt idx="18">
                  <c:v>22.04</c:v>
                </c:pt>
                <c:pt idx="19">
                  <c:v>-2780.73</c:v>
                </c:pt>
                <c:pt idx="20">
                  <c:v>-1848.25</c:v>
                </c:pt>
                <c:pt idx="21">
                  <c:v>397.93</c:v>
                </c:pt>
                <c:pt idx="22">
                  <c:v>1082.5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  <c:pt idx="18">
                    <c:v>Jun'26
R:+192 | N:-455</c:v>
                  </c:pt>
                  <c:pt idx="19">
                    <c:v>Jul'26
R:-2,803 | N:-2,722</c:v>
                  </c:pt>
                  <c:pt idx="20">
                    <c:v>Aug'26
R:+932 | N:-299</c:v>
                  </c:pt>
                  <c:pt idx="21">
                    <c:v>Sep'26
R:+2,246 | N:+2,887</c:v>
                  </c:pt>
                  <c:pt idx="22">
                    <c:v>Oct'26
R:+685 | N:+808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  <c:pt idx="18">
                  <c:v>1198.99</c:v>
                </c:pt>
                <c:pt idx="19">
                  <c:v>-1523.24</c:v>
                </c:pt>
                <c:pt idx="20">
                  <c:v>-1822.03</c:v>
                </c:pt>
                <c:pt idx="21">
                  <c:v>1065.37</c:v>
                </c:pt>
                <c:pt idx="22">
                  <c:v>1873.65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2026-10-28  |  23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-2,500  |  NCR -2,900     •     Avg:  Raipur 33,220  |  NCR 33,709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-1,700 INR/MT  |  Pig Iron: -500 INR/MT  |  Iron Ore DRI: -1,700 INR/MT  |  Silico Manganese: +0.2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-281  |  NCR +189     •     Avg:  Raipur -114  |  NCR -276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+685  |  NCR +808     •     Avg:  Raipur 378  |  NCR 1,155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2026-10-29T04:45:23Z</dcterms:created>
  <dcterms:modified xsi:type="dcterms:W3CDTF">2026-10-29T04:45:23Z</dcterms:modified>
</cp:coreProperties>
</file>