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R:-300 | N:-1,400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  <c:pt idx="18">
                  <c:v>34300</c:v>
                </c:pt>
                <c:pt idx="19">
                  <c:v>34000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R:-300 | N:-1,400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  <c:pt idx="18">
                  <c:v>34900</c:v>
                </c:pt>
                <c:pt idx="19">
                  <c:v>33500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  <c:pt idx="18">
                  <c:v>24150</c:v>
                </c:pt>
                <c:pt idx="19">
                  <c:v>23100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  <c:pt idx="18">
                  <c:v>37150</c:v>
                </c:pt>
                <c:pt idx="19">
                  <c:v>37550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</c:lvl>
              </c:multiLvlStrCache>
            </c:multiLvl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  <c:pt idx="18">
                  <c:v>28250</c:v>
                </c:pt>
                <c:pt idx="19">
                  <c:v>27100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</c:lvl>
              </c:multiLvlStrCache>
            </c:multiLvl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  <c:pt idx="18">
                  <c:v>30880</c:v>
                </c:pt>
                <c:pt idx="19">
                  <c:v>30360.000000000004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R:-72 | N:+101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  <c:pt idx="18">
                  <c:v>213.13</c:v>
                </c:pt>
                <c:pt idx="19">
                  <c:v>140.93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R:-72 | N:+101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  <c:pt idx="18">
                  <c:v>-78.78</c:v>
                </c:pt>
                <c:pt idx="19">
                  <c:v>22.59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R:-364 | N:-1,139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  <c:pt idx="18">
                  <c:v>22.04</c:v>
                </c:pt>
                <c:pt idx="19">
                  <c:v>-341.95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R:-364 | N:-1,139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  <c:pt idx="18">
                  <c:v>1198.99</c:v>
                </c:pt>
                <c:pt idx="19">
                  <c:v>59.97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2026-07-08  |  20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-300  |  NCR -1,400     •     Avg:  Raipur 32,653  |  NCR 33,000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-1,050 INR/MT  |  Pig Iron: +400 INR/MT  |  Iron Ore DRI: -1,150 INR/MT  |  Silico Manganese: -1.3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-72  |  NCR +101     •     Avg:  Raipur 80  |  NCR -116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-364  |  NCR -1,139     •     Avg:  Raipur 575  |  NCR 1,352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2026-07-08T06:58:26Z</dcterms:created>
  <dcterms:modified xsi:type="dcterms:W3CDTF">2026-07-08T06:58:26Z</dcterms:modified>
</cp:coreProperties>
</file>