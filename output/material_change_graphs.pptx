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565C0"/>
                </a:solidFill>
              </a:defRPr>
            </a:pPr>
            <a:r>
              <a:t>Material Cost Change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424242"/>
                </a:solidFill>
              </a:defRPr>
            </a:pPr>
            <a:r>
              <a:t>Month-on-Month Absolute Change (INR)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Period: 2024-12-12 to 2026-03-26  |  17 data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486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9E9E9E"/>
                </a:solidFill>
              </a:defRPr>
            </a:pPr>
            <a:r>
              <a:t>Generated: 2026-03-26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</a:defRPr>
            </a:pPr>
            <a:r>
              <a:t>Pallet DRI (Raipur) - INR/MT</a:t>
            </a:r>
          </a:p>
        </p:txBody>
      </p:sp>
      <p:pic>
        <p:nvPicPr>
          <p:cNvPr id="3" name="Picture 2" descr="Pallet_D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</a:defRPr>
            </a:pPr>
            <a:r>
              <a:t>Pig Iron (Raipur) - INR/MT</a:t>
            </a:r>
          </a:p>
        </p:txBody>
      </p:sp>
      <p:pic>
        <p:nvPicPr>
          <p:cNvPr id="3" name="Picture 2" descr="Pig_Ir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</a:defRPr>
            </a:pPr>
            <a:r>
              <a:t>Scrap (Raipur &amp; NCR) - INR/MT</a:t>
            </a:r>
          </a:p>
        </p:txBody>
      </p:sp>
      <p:pic>
        <p:nvPicPr>
          <p:cNvPr id="3" name="Picture 2" descr="Sc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</a:defRPr>
            </a:pPr>
            <a:r>
              <a:t>Silico Manganese (Raipur) - INR/kg</a:t>
            </a:r>
          </a:p>
        </p:txBody>
      </p:sp>
      <p:pic>
        <p:nvPicPr>
          <p:cNvPr id="3" name="Picture 2" descr="Silico_Mangane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</a:defRPr>
            </a:pPr>
            <a:r>
              <a:t>Iron Ore DRI (Raipur) - INR/MT</a:t>
            </a:r>
          </a:p>
        </p:txBody>
      </p:sp>
      <p:pic>
        <p:nvPicPr>
          <p:cNvPr id="3" name="Picture 2" descr="Iron_Ore_D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</a:defRPr>
            </a:pPr>
            <a:r>
              <a:t>Nett Margin Billet (Raipur &amp; NCR) - INR/MT</a:t>
            </a:r>
          </a:p>
        </p:txBody>
      </p:sp>
      <p:pic>
        <p:nvPicPr>
          <p:cNvPr id="3" name="Picture 2" descr="Nett_Margin_Bil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</a:defRPr>
            </a:pPr>
            <a:r>
              <a:t>Margin TMT (Raipur &amp; NCR) - INR/MT</a:t>
            </a:r>
          </a:p>
        </p:txBody>
      </p:sp>
      <p:pic>
        <p:nvPicPr>
          <p:cNvPr id="3" name="Picture 2" descr="Margin_TM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57607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