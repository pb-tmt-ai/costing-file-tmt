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38400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29300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42700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34100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32720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89.21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-268.49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397.93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1065.37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2026-09-30  |  22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+1,900  |  NCR +300     •     Avg:  Raipur 33,098  |  NCR 33,591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-400 INR/MT  |  Pig Iron: +2,700 INR/MT  |  Iron Ore DRI: +400 INR/MT  |  Silico Manganese: +7.2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+2,399  |  NCR +1,791     •     Avg:  Raipur -111  |  NCR -285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+2,246  |  NCR +2,887     •     Avg:  Raipur 346  |  NCR 1,123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2026-09-30T11:21:58Z</dcterms:created>
  <dcterms:modified xsi:type="dcterms:W3CDTF">2026-09-30T11:21:58Z</dcterms:modified>
</cp:coreProperties>
</file>