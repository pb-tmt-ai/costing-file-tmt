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38550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 × 400)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32400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+1,500  |  NCR +2,000     •     Avg:  Raipur 32,368  |  NCR 32,788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-93  |  NCR -80     •     Avg:  Raipur 62  |  NCR -116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+591  |  NCR +554     •     Avg:  Raipur 729  |  NCR 1,582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2026-04-02T09:29:00Z</dcterms:created>
  <dcterms:modified xsi:type="dcterms:W3CDTF">2026-04-02T09:29:00Z</dcterms:modified>
</cp:coreProperties>
</file>